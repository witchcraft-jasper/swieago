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43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2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50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62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58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96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405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7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95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54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57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155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782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525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334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879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64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596F92-FD6A-471F-BDD1-D57F68083D0C}" type="datetimeFigureOut">
              <a:rPr lang="zh-CN" altLang="en-US" smtClean="0"/>
              <a:t>2021/7/20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08B1B92-BE2C-483C-BA57-8FD250ACCC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30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CEA8C5B-CAE6-4744-BA5D-E4867786DD62}"/>
              </a:ext>
            </a:extLst>
          </p:cNvPr>
          <p:cNvSpPr/>
          <p:nvPr/>
        </p:nvSpPr>
        <p:spPr>
          <a:xfrm>
            <a:off x="2976880" y="2644170"/>
            <a:ext cx="623824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9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商场导购</a:t>
            </a:r>
          </a:p>
        </p:txBody>
      </p:sp>
    </p:spTree>
    <p:extLst>
      <p:ext uri="{BB962C8B-B14F-4D97-AF65-F5344CB8AC3E}">
        <p14:creationId xmlns:p14="http://schemas.microsoft.com/office/powerpoint/2010/main" val="4158388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861A03B-9738-475F-8D97-0106A141F55D}"/>
              </a:ext>
            </a:extLst>
          </p:cNvPr>
          <p:cNvSpPr txBox="1"/>
          <p:nvPr/>
        </p:nvSpPr>
        <p:spPr>
          <a:xfrm>
            <a:off x="1692502" y="3496465"/>
            <a:ext cx="89542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随着现代经济的飞速发展，人民生活水平大幅提高，人们对商场的需求也去向于</a:t>
            </a:r>
            <a:r>
              <a:rPr lang="zh-CN" altLang="en-US" sz="2800" dirty="0">
                <a:solidFill>
                  <a:srgbClr val="FF0000"/>
                </a:solidFill>
              </a:rPr>
              <a:t>高标准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FF0000"/>
                </a:solidFill>
              </a:rPr>
              <a:t>精密度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FF0000"/>
                </a:solidFill>
              </a:rPr>
              <a:t>多样化</a:t>
            </a:r>
            <a:r>
              <a:rPr lang="zh-CN" altLang="en-US" sz="2800" dirty="0"/>
              <a:t>水准，商场发展必然趋于规模的扩大化。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1F3733-0D6F-4C67-A932-105B040A4AA9}"/>
              </a:ext>
            </a:extLst>
          </p:cNvPr>
          <p:cNvSpPr/>
          <p:nvPr/>
        </p:nvSpPr>
        <p:spPr>
          <a:xfrm>
            <a:off x="4692283" y="883688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项目背景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BC1A98-68F0-442E-9277-F1193484CECF}"/>
              </a:ext>
            </a:extLst>
          </p:cNvPr>
          <p:cNvSpPr txBox="1"/>
          <p:nvPr/>
        </p:nvSpPr>
        <p:spPr>
          <a:xfrm>
            <a:off x="2611982" y="2404105"/>
            <a:ext cx="663448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3200" dirty="0">
                <a:solidFill>
                  <a:srgbClr val="7030A0"/>
                </a:solidFill>
              </a:rPr>
              <a:t>At this time , the problem arises:</a:t>
            </a:r>
            <a:endParaRPr lang="zh-CN" altLang="en-US" sz="3200" dirty="0">
              <a:solidFill>
                <a:srgbClr val="7030A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BC28AE-FE54-48EC-8CB8-DB64E1EB5E50}"/>
              </a:ext>
            </a:extLst>
          </p:cNvPr>
          <p:cNvSpPr txBox="1"/>
          <p:nvPr/>
        </p:nvSpPr>
        <p:spPr>
          <a:xfrm>
            <a:off x="1932892" y="2961180"/>
            <a:ext cx="8473440" cy="18158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800" dirty="0"/>
              <a:t>①消费者对商场的</a:t>
            </a:r>
            <a:r>
              <a:rPr lang="zh-CN" altLang="en-US" sz="2800" dirty="0">
                <a:solidFill>
                  <a:srgbClr val="00B0F0"/>
                </a:solidFill>
              </a:rPr>
              <a:t>大厅布局</a:t>
            </a:r>
            <a:r>
              <a:rPr lang="zh-CN" altLang="en-US" sz="2800" dirty="0"/>
              <a:t>不了解，很容易在</a:t>
            </a:r>
            <a:r>
              <a:rPr lang="zh-CN" altLang="en-US" sz="2800" dirty="0">
                <a:solidFill>
                  <a:srgbClr val="00B0F0"/>
                </a:solidFill>
              </a:rPr>
              <a:t>琳琅满目</a:t>
            </a:r>
            <a:r>
              <a:rPr lang="zh-CN" altLang="en-US" sz="2800" dirty="0"/>
              <a:t>的商品中迷失方向。浪费了消费者的宝贵时间及精力，体现出服务思想不完善，内部机制不健全。所以</a:t>
            </a:r>
            <a:r>
              <a:rPr lang="zh-CN" altLang="en-US" sz="2800" dirty="0">
                <a:solidFill>
                  <a:srgbClr val="00B050"/>
                </a:solidFill>
              </a:rPr>
              <a:t>商场导购</a:t>
            </a:r>
            <a:r>
              <a:rPr lang="zh-CN" altLang="en-US" sz="2800" dirty="0"/>
              <a:t>油然而生。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2495DD-B746-48D6-B7E8-A84A90F6CE5E}"/>
              </a:ext>
            </a:extLst>
          </p:cNvPr>
          <p:cNvSpPr txBox="1"/>
          <p:nvPr/>
        </p:nvSpPr>
        <p:spPr>
          <a:xfrm>
            <a:off x="1932892" y="4881460"/>
            <a:ext cx="8596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②但是现在的商场</a:t>
            </a:r>
            <a:r>
              <a:rPr lang="zh-CN" altLang="en-US" sz="2800" dirty="0">
                <a:solidFill>
                  <a:srgbClr val="00B0F0"/>
                </a:solidFill>
              </a:rPr>
              <a:t>导购方式</a:t>
            </a:r>
            <a:r>
              <a:rPr lang="zh-CN" altLang="en-US" sz="2800" dirty="0"/>
              <a:t>并不完善，很多商场中无指引消费者购物的设备。大多数是在门口、电梯口悬挂导购牌，这种方式缺乏于顾客的</a:t>
            </a:r>
            <a:r>
              <a:rPr lang="zh-CN" altLang="en-US" sz="2800" dirty="0">
                <a:solidFill>
                  <a:srgbClr val="00B0F0"/>
                </a:solidFill>
              </a:rPr>
              <a:t>交互性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6395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58ADA71-495E-4E28-B228-2466B49C5075}"/>
              </a:ext>
            </a:extLst>
          </p:cNvPr>
          <p:cNvSpPr/>
          <p:nvPr/>
        </p:nvSpPr>
        <p:spPr>
          <a:xfrm>
            <a:off x="4618672" y="945495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项目意义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6CAFAF-935C-441E-999A-AC813C600712}"/>
              </a:ext>
            </a:extLst>
          </p:cNvPr>
          <p:cNvSpPr txBox="1"/>
          <p:nvPr/>
        </p:nvSpPr>
        <p:spPr>
          <a:xfrm>
            <a:off x="1823720" y="2689225"/>
            <a:ext cx="8707120" cy="34163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/>
              <a:t>  </a:t>
            </a:r>
            <a:r>
              <a:rPr lang="en-US" altLang="zh-CN" sz="2400" dirty="0"/>
              <a:t>	</a:t>
            </a:r>
            <a:r>
              <a:rPr lang="zh-CN" altLang="en-US" sz="2400" dirty="0"/>
              <a:t>我们设计的这款基于</a:t>
            </a:r>
            <a:r>
              <a:rPr lang="en-US" altLang="zh-CN" sz="2400" dirty="0">
                <a:solidFill>
                  <a:srgbClr val="00B0F0"/>
                </a:solidFill>
              </a:rPr>
              <a:t>Android</a:t>
            </a:r>
            <a:r>
              <a:rPr lang="zh-CN" altLang="en-US" sz="2400" dirty="0"/>
              <a:t>的大型商场导购系统是一种具有</a:t>
            </a:r>
            <a:r>
              <a:rPr lang="zh-CN" altLang="en-US" sz="2400" dirty="0">
                <a:solidFill>
                  <a:srgbClr val="00B050"/>
                </a:solidFill>
              </a:rPr>
              <a:t>集中性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B050"/>
                </a:solidFill>
              </a:rPr>
              <a:t>方便性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B050"/>
                </a:solidFill>
              </a:rPr>
              <a:t>可查询性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B050"/>
                </a:solidFill>
              </a:rPr>
              <a:t>可视性</a:t>
            </a:r>
            <a:r>
              <a:rPr lang="zh-CN" altLang="en-US" sz="2400" dirty="0"/>
              <a:t>及</a:t>
            </a:r>
            <a:r>
              <a:rPr lang="zh-CN" altLang="en-US" sz="2400" dirty="0">
                <a:solidFill>
                  <a:srgbClr val="00B050"/>
                </a:solidFill>
              </a:rPr>
              <a:t>界面友好性</a:t>
            </a:r>
            <a:r>
              <a:rPr lang="zh-CN" altLang="en-US" sz="2400" dirty="0"/>
              <a:t>的导购应用程序软件。它充分结合商场运作的实际情况，建立一种需求提示信息系统。从而达到引导消费者按照自己的目标方便、快捷地去找到相对应商品的目的。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商场通过该系统可以很方便的及时的了解</a:t>
            </a:r>
            <a:r>
              <a:rPr lang="zh-CN" altLang="en-US" sz="2400" dirty="0">
                <a:solidFill>
                  <a:srgbClr val="00B0F0"/>
                </a:solidFill>
              </a:rPr>
              <a:t>市场需求的动态</a:t>
            </a:r>
            <a:r>
              <a:rPr lang="zh-CN" altLang="en-US" sz="2400" dirty="0"/>
              <a:t>，在商品、人员的布置和调动上更能及时满足顾客的需求。从而有利于商场更好的发展，有利于商场在日益激烈的市场竞争中生存。</a:t>
            </a:r>
          </a:p>
        </p:txBody>
      </p:sp>
    </p:spTree>
    <p:extLst>
      <p:ext uri="{BB962C8B-B14F-4D97-AF65-F5344CB8AC3E}">
        <p14:creationId xmlns:p14="http://schemas.microsoft.com/office/powerpoint/2010/main" val="2974783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1FE94-599D-4774-8AFE-83DBCD9D6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983828"/>
            <a:ext cx="8761413" cy="706964"/>
          </a:xfrm>
        </p:spPr>
        <p:txBody>
          <a:bodyPr/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</a:rPr>
              <a:t>现有产品及对比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2BC18-025C-4EBB-8047-1FC0F74CC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93887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TM02900722[[fn=离子会议室]]</Template>
  <TotalTime>109</TotalTime>
  <Words>264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离子会议室</vt:lpstr>
      <vt:lpstr>PowerPoint 演示文稿</vt:lpstr>
      <vt:lpstr>PowerPoint 演示文稿</vt:lpstr>
      <vt:lpstr>PowerPoint 演示文稿</vt:lpstr>
      <vt:lpstr>现有产品及对比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zhaoyang jiang</dc:creator>
  <cp:lastModifiedBy>zhaoyang jiang</cp:lastModifiedBy>
  <cp:revision>1</cp:revision>
  <dcterms:created xsi:type="dcterms:W3CDTF">2021-07-20T01:33:33Z</dcterms:created>
  <dcterms:modified xsi:type="dcterms:W3CDTF">2021-07-20T03:22:34Z</dcterms:modified>
</cp:coreProperties>
</file>